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8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302260596"/>
              </p:ext>
            </p:extLst>
          </p:nvPr>
        </p:nvGraphicFramePr>
        <p:xfrm>
          <a:off x="1016001" y="2600315"/>
          <a:ext cx="9678245" cy="230188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27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0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090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9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YARRAMSETTY NAVEEN SRI KRISHNA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naveensrikrishnayarramsetty@gmail.com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sz="2000" dirty="0"/>
                        <a:t>7416251249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016001" y="1465796"/>
            <a:ext cx="1028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Domain of  Project – </a:t>
            </a:r>
            <a:r>
              <a:rPr lang="en-IN" sz="2000" b="1" dirty="0"/>
              <a:t>Artificial Intelligence (AI) &amp; Travel Technology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016001" y="608277"/>
            <a:ext cx="9579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IN" sz="2800" b="1" dirty="0"/>
              <a:t>Travel Planner Agent</a:t>
            </a:r>
            <a:r>
              <a:rPr lang="en-IN" sz="2400" dirty="0"/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92560-35A8-C46E-54CF-B7486904F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562" y="3624680"/>
            <a:ext cx="881437" cy="118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1061357" y="1567543"/>
            <a:ext cx="102084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Challenge</a:t>
            </a:r>
          </a:p>
          <a:p>
            <a:r>
              <a:rPr lang="en-IN" sz="2000" dirty="0"/>
              <a:t>• Complex travel planning</a:t>
            </a:r>
            <a:br>
              <a:rPr lang="en-IN" sz="2000" dirty="0"/>
            </a:br>
            <a:r>
              <a:rPr lang="en-IN" sz="2000" dirty="0"/>
              <a:t>• Information spread across multiple platforms</a:t>
            </a:r>
            <a:br>
              <a:rPr lang="en-IN" sz="2000" dirty="0"/>
            </a:br>
            <a:r>
              <a:rPr lang="en-IN" sz="2000" dirty="0"/>
              <a:t>• Difficulty managing budget and preferences</a:t>
            </a:r>
            <a:br>
              <a:rPr lang="en-IN" sz="2000" dirty="0"/>
            </a:br>
            <a:r>
              <a:rPr lang="en-IN" sz="2000" dirty="0"/>
              <a:t>• Changing weather and travel conditions</a:t>
            </a:r>
            <a:br>
              <a:rPr lang="en-IN" sz="2000" dirty="0"/>
            </a:br>
            <a:r>
              <a:rPr lang="en-IN" sz="2000" dirty="0"/>
              <a:t>• Time-consuming itinerary planning</a:t>
            </a:r>
          </a:p>
          <a:p>
            <a:r>
              <a:rPr lang="en-IN" sz="2800" b="1" dirty="0"/>
              <a:t>Objective</a:t>
            </a:r>
          </a:p>
          <a:p>
            <a:r>
              <a:rPr lang="en-IN" sz="2000" dirty="0"/>
              <a:t>• Build an AI-powered Travel Planner Agent</a:t>
            </a:r>
            <a:br>
              <a:rPr lang="en-IN" sz="2000" dirty="0"/>
            </a:br>
            <a:r>
              <a:rPr lang="en-IN" sz="2000" dirty="0"/>
              <a:t>• Use IBM Granite for intelligent planning</a:t>
            </a:r>
            <a:br>
              <a:rPr lang="en-IN" sz="2000" dirty="0"/>
            </a:br>
            <a:r>
              <a:rPr lang="en-IN" sz="2000" dirty="0"/>
              <a:t>• Create personalized travel itineraries</a:t>
            </a:r>
            <a:br>
              <a:rPr lang="en-IN" sz="2000" dirty="0"/>
            </a:br>
            <a:r>
              <a:rPr lang="en-IN" sz="2000" dirty="0"/>
              <a:t>• Optimize budget, routes and schedules</a:t>
            </a:r>
            <a:br>
              <a:rPr lang="en-IN" sz="2000" dirty="0"/>
            </a:br>
            <a:r>
              <a:rPr lang="en-IN" sz="2000" dirty="0"/>
              <a:t>• Adapt plans using real-time information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685800" y="832042"/>
            <a:ext cx="72146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r>
              <a:rPr lang="en-IN" sz="2800" b="1" dirty="0"/>
              <a:t>Travel Planner Agent</a:t>
            </a:r>
            <a:r>
              <a:rPr lang="en-IN" sz="2800" dirty="0"/>
              <a:t> </a:t>
            </a:r>
            <a:endParaRPr lang="en-IN" sz="2800" b="1" dirty="0">
              <a:highlight>
                <a:srgbClr val="FFFF00"/>
              </a:highlight>
            </a:endParaRP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05128" y="619585"/>
            <a:ext cx="1060704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Proposed Solution: An AI-powered Travel Planner Agent that simplifies travel planning by combining user preferences, real-time data, and intelligent recommendations using IBM Granite.</a:t>
            </a:r>
          </a:p>
          <a:p>
            <a:endParaRPr lang="en-IN" sz="2800" dirty="0"/>
          </a:p>
          <a:p>
            <a:r>
              <a:rPr lang="en-IN" sz="2000" dirty="0"/>
              <a:t>• Understands user preferences, budget and travel requirements</a:t>
            </a:r>
            <a:br>
              <a:rPr lang="en-IN" sz="2000" dirty="0"/>
            </a:br>
            <a:r>
              <a:rPr lang="en-IN" sz="2000" dirty="0"/>
              <a:t>• Recommends suitable destinations based on user interests</a:t>
            </a:r>
            <a:br>
              <a:rPr lang="en-IN" sz="2000" dirty="0"/>
            </a:br>
            <a:r>
              <a:rPr lang="en-IN" sz="2000" dirty="0"/>
              <a:t>• Generates personalized day-wise travel itineraries</a:t>
            </a:r>
            <a:br>
              <a:rPr lang="en-IN" sz="2000" dirty="0"/>
            </a:br>
            <a:r>
              <a:rPr lang="en-IN" sz="2000" dirty="0"/>
              <a:t>• Suggests suitable transport and accommodation options</a:t>
            </a:r>
            <a:br>
              <a:rPr lang="en-IN" sz="2000" dirty="0"/>
            </a:br>
            <a:r>
              <a:rPr lang="en-IN" sz="2000" dirty="0"/>
              <a:t>• Integrates weather, maps and local attraction information</a:t>
            </a:r>
            <a:br>
              <a:rPr lang="en-IN" sz="2000" dirty="0"/>
            </a:br>
            <a:r>
              <a:rPr lang="en-IN" sz="2000" dirty="0"/>
              <a:t>• Estimates and optimizes the overall trip cost</a:t>
            </a:r>
            <a:br>
              <a:rPr lang="en-IN" sz="2000" dirty="0"/>
            </a:br>
            <a:r>
              <a:rPr lang="en-IN" sz="2000" dirty="0"/>
              <a:t>• Adjusts the itinerary when weather or travel conditions change</a:t>
            </a:r>
            <a:br>
              <a:rPr lang="en-IN" sz="2000" dirty="0"/>
            </a:br>
            <a:r>
              <a:rPr lang="en-IN" sz="2000" dirty="0"/>
              <a:t>• Provides a simple and interactive travel planning experience</a:t>
            </a:r>
            <a:br>
              <a:rPr lang="en-IN" sz="2000" dirty="0"/>
            </a:br>
            <a:r>
              <a:rPr lang="en-IN" sz="2000" dirty="0"/>
              <a:t>• Uses IBM Granite for AI-powered reasoning and recommendations</a:t>
            </a:r>
            <a:br>
              <a:rPr lang="en-IN" sz="2000" dirty="0"/>
            </a:br>
            <a:r>
              <a:rPr lang="en-IN" sz="2000" dirty="0"/>
              <a:t>• Deployed using IBM Cloud services for a scalable solution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1293611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 :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2271180"/>
            <a:ext cx="105156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ibm-granite-4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640066" y="559722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9E5A3-6E46-BA11-744D-BD5E23E11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17" y="1257036"/>
            <a:ext cx="8712604" cy="51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675F4-9895-4ECD-139A-2DC126F4D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027" y="1181779"/>
            <a:ext cx="8664667" cy="525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EA5076-686B-D28C-FFA4-026EEF44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4" y="216489"/>
            <a:ext cx="10385131" cy="642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67B34-C4BF-2045-6A8B-F8870AA49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524" y="1023104"/>
            <a:ext cx="9348952" cy="551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319714" y="430420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319714" y="1382285"/>
            <a:ext cx="80650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Agentic AI acts as the intelligent decision-making layer that understands the user's goals, uses available tools, and continuously improves the travel plan.</a:t>
            </a:r>
            <a:endParaRPr lang="en-IN" sz="2000" dirty="0"/>
          </a:p>
          <a:p>
            <a:r>
              <a:rPr lang="en-IN" sz="2000" dirty="0"/>
              <a:t>• Understands user goals, preferences and constraints</a:t>
            </a:r>
            <a:br>
              <a:rPr lang="en-IN" sz="2000" dirty="0"/>
            </a:br>
            <a:r>
              <a:rPr lang="en-IN" sz="2000" dirty="0"/>
              <a:t>• </a:t>
            </a:r>
            <a:r>
              <a:rPr lang="en-IN" sz="2000" dirty="0" err="1"/>
              <a:t>Analyzes</a:t>
            </a:r>
            <a:r>
              <a:rPr lang="en-IN" sz="2000" dirty="0"/>
              <a:t> travel requirements and makes decisions</a:t>
            </a:r>
            <a:br>
              <a:rPr lang="en-IN" sz="2000" dirty="0"/>
            </a:br>
            <a:r>
              <a:rPr lang="en-IN" sz="2000" dirty="0"/>
              <a:t>• Uses weather, maps and travel data through external tools</a:t>
            </a:r>
            <a:br>
              <a:rPr lang="en-IN" sz="2000" dirty="0"/>
            </a:br>
            <a:r>
              <a:rPr lang="en-IN" sz="2000" dirty="0"/>
              <a:t>• Selects suitable destinations, transport and accommodation</a:t>
            </a:r>
            <a:br>
              <a:rPr lang="en-IN" sz="2000" dirty="0"/>
            </a:br>
            <a:r>
              <a:rPr lang="en-IN" sz="2000" dirty="0"/>
              <a:t>• Creates and optimizes personalized itineraries</a:t>
            </a:r>
            <a:br>
              <a:rPr lang="en-IN" sz="2000" dirty="0"/>
            </a:br>
            <a:r>
              <a:rPr lang="en-IN" sz="2000" dirty="0"/>
              <a:t>• Checks the plan against budget and time constraints</a:t>
            </a:r>
            <a:br>
              <a:rPr lang="en-IN" sz="2000" dirty="0"/>
            </a:br>
            <a:r>
              <a:rPr lang="en-IN" sz="2000" dirty="0"/>
              <a:t>• Detects changes in weather or travel conditions</a:t>
            </a:r>
            <a:br>
              <a:rPr lang="en-IN" sz="2000" dirty="0"/>
            </a:br>
            <a:r>
              <a:rPr lang="en-IN" sz="2000" dirty="0"/>
              <a:t>• Automatically replans the itinerary when required</a:t>
            </a:r>
            <a:br>
              <a:rPr lang="en-IN" sz="2000" dirty="0"/>
            </a:br>
            <a:r>
              <a:rPr lang="en-IN" sz="2000" dirty="0"/>
              <a:t>• Provides intelligent, context-aware travel recommendations</a:t>
            </a:r>
            <a:br>
              <a:rPr lang="en-IN" sz="2000" dirty="0"/>
            </a:br>
            <a:r>
              <a:rPr lang="en-IN" sz="2000" dirty="0"/>
              <a:t>• Uses </a:t>
            </a:r>
            <a:r>
              <a:rPr lang="en-IN" sz="2000" b="1" dirty="0"/>
              <a:t>IBM Granite4</a:t>
            </a:r>
            <a:r>
              <a:rPr lang="en-IN" sz="2000" dirty="0"/>
              <a:t> as the core AI reasoning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9DD8F-1778-79CD-BF2B-E27E5D61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54" y="1690006"/>
            <a:ext cx="4388303" cy="364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825647" y="172943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8225335" y="172943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FA26A-829A-F128-57BB-B3BC64F3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73" y="2321059"/>
            <a:ext cx="4858158" cy="3301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681787-984A-C255-53D5-9642BE540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580" y="2321479"/>
            <a:ext cx="5371434" cy="330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DC6F1-1068-FB52-F3F7-24796449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679" y="951658"/>
            <a:ext cx="8516063" cy="53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698F3-4DA2-C939-9B29-013519BE6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457" y="1017590"/>
            <a:ext cx="8857122" cy="555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E9096B-4A4B-9D0A-EF73-148A07496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12" y="816977"/>
            <a:ext cx="11735403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517289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proposed Nutrition Agent stands out by combining </a:t>
            </a:r>
            <a:r>
              <a:rPr lang="en-IN" sz="2000" b="1" dirty="0"/>
              <a:t>Agentic AI, and personalization</a:t>
            </a:r>
            <a:r>
              <a:rPr lang="en-IN" sz="2000" dirty="0"/>
              <a:t> into a single intelligent system.</a:t>
            </a:r>
          </a:p>
          <a:p>
            <a:endParaRPr lang="en-IN" sz="2000" dirty="0"/>
          </a:p>
          <a:p>
            <a:r>
              <a:rPr lang="en-IN" sz="2000" b="1" dirty="0"/>
              <a:t>An intelligent travel agent that goes beyond simple itinerary generation by continuously adapting plans to user needs and real-time conditions.</a:t>
            </a:r>
          </a:p>
          <a:p>
            <a:endParaRPr lang="en-IN" sz="2000" dirty="0"/>
          </a:p>
          <a:p>
            <a:r>
              <a:rPr lang="en-IN" sz="2000" dirty="0"/>
              <a:t>• AI-driven personalized travel planning</a:t>
            </a:r>
            <a:br>
              <a:rPr lang="en-IN" sz="2000" dirty="0"/>
            </a:br>
            <a:r>
              <a:rPr lang="en-IN" sz="2000" dirty="0"/>
              <a:t>• Dynamic itinerary generation and optimization</a:t>
            </a:r>
            <a:br>
              <a:rPr lang="en-IN" sz="2000" dirty="0"/>
            </a:br>
            <a:r>
              <a:rPr lang="en-IN" sz="2000" dirty="0"/>
              <a:t>• Budget-aware recommendations and cost optimization</a:t>
            </a:r>
            <a:br>
              <a:rPr lang="en-IN" sz="2000" dirty="0"/>
            </a:br>
            <a:r>
              <a:rPr lang="en-IN" sz="2000" dirty="0"/>
              <a:t>• Real-time weather and travel condition awareness</a:t>
            </a:r>
            <a:br>
              <a:rPr lang="en-IN" sz="2000" dirty="0"/>
            </a:br>
            <a:r>
              <a:rPr lang="en-IN" sz="2000" dirty="0"/>
              <a:t>• Automatic itinerary updates when conditions change</a:t>
            </a:r>
            <a:br>
              <a:rPr lang="en-IN" sz="2000" dirty="0"/>
            </a:br>
            <a:r>
              <a:rPr lang="en-IN" sz="2000" dirty="0"/>
              <a:t>• Combines multiple travel services through AI agent tools</a:t>
            </a:r>
            <a:br>
              <a:rPr lang="en-IN" sz="2000" dirty="0"/>
            </a:br>
            <a:r>
              <a:rPr lang="en-IN" sz="2000" dirty="0"/>
              <a:t>• IBM Granite-powered intelligent decision making</a:t>
            </a:r>
            <a:br>
              <a:rPr lang="en-IN" sz="2000" dirty="0"/>
            </a:br>
            <a:r>
              <a:rPr lang="en-IN" sz="2000" dirty="0"/>
              <a:t>• One unified platform for end-to-end trip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3" y="2625183"/>
            <a:ext cx="10252097" cy="9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Git Hub Link : </a:t>
            </a:r>
            <a:r>
              <a:rPr lang="en-US" sz="2000" dirty="0">
                <a:sym typeface="Times New Roman"/>
              </a:rPr>
              <a:t>https://github.com/NSK-Y/travel-agent.git</a:t>
            </a:r>
            <a:endParaRPr sz="2000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445078" y="1551214"/>
            <a:ext cx="8988225" cy="387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161574" y="99247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096260" y="1987763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Real-Time Booking:</a:t>
            </a:r>
            <a:r>
              <a:rPr lang="en-IN" sz="2000" dirty="0"/>
              <a:t> Enable direct booking of flights, hotels, and transportation.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Dynamic Itinerary:</a:t>
            </a:r>
            <a:r>
              <a:rPr lang="en-IN" sz="2000" dirty="0"/>
              <a:t> Automatically update plans based on weather, traffic, delays, or cancellations.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Voice-Based Planning:</a:t>
            </a:r>
            <a:r>
              <a:rPr lang="en-IN" sz="2000" dirty="0"/>
              <a:t> Allow users to plan trips using voice commands.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Multi-Agent System:</a:t>
            </a:r>
            <a:r>
              <a:rPr lang="en-IN" sz="2000" dirty="0"/>
              <a:t> Use specialized AI agents for hotels, transport, budget, weather, and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Personalized Recommendations:</a:t>
            </a:r>
            <a:r>
              <a:rPr lang="en-IN" sz="2000" dirty="0"/>
              <a:t> Learn from user preferences and previous trips.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Advanced Cost Optimization:</a:t>
            </a:r>
            <a:r>
              <a:rPr lang="en-IN" sz="2000" dirty="0"/>
              <a:t> Find the best travel options based on budget and price changes.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859495" y="5430712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60213" y="722718"/>
            <a:ext cx="1145313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 Getting Started with Artificial Intelligence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8F24BF-A709-2C36-174D-4ECCE7871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38" y="1396093"/>
            <a:ext cx="6679847" cy="5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14148" y="31619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8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3491308" y="316197"/>
            <a:ext cx="54376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71D8C-B672-D6F8-E2EB-907C68B7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161" y="1102287"/>
            <a:ext cx="8889677" cy="506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727</Words>
  <Application>Microsoft Office PowerPoint</Application>
  <PresentationFormat>Widescreen</PresentationFormat>
  <Paragraphs>77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KRISH .Y</cp:lastModifiedBy>
  <cp:revision>6</cp:revision>
  <dcterms:created xsi:type="dcterms:W3CDTF">2025-07-08T05:06:56Z</dcterms:created>
  <dcterms:modified xsi:type="dcterms:W3CDTF">2026-09-10T17:04:27Z</dcterms:modified>
</cp:coreProperties>
</file>